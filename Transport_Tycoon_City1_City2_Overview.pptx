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8" r:id="rId2"/>
    <p:sldId id="259" r:id="rId3"/>
    <p:sldId id="260" r:id="rId4"/>
    <p:sldId id="261" r:id="rId5"/>
    <p:sldId id="263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9173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228600"/>
            <a:ext cx="21031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8096" y="283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City 1: Smallville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happens when you tax Uber to fund buses?”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669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Setup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Population: 50,000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12 months, 20 seconds per month (or End Turn)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Annual budget: $12M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Two sliders: Uber Tax (%) and Bus Subsidy (%)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1920240"/>
            <a:ext cx="505663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0" y="2148840"/>
            <a:ext cx="4507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tension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66560" y="2560320"/>
            <a:ext cx="450799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Uber Tax: earns revenue + reduces congestion, but reduces mobility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Bus Subsidy: costs budget; helps mobility below a threshold, constrains above it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Sweet spot: tax enough to fund buses without collapsing mobility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228600"/>
            <a:ext cx="21031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8096" y="283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1 mechanics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City 1 mechanics (what the engine computes)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Mobility, congestion, happiness, and monthly budget delta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669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rules (Smallville)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Mobility starts at 60. Uber Tax reduces mobility; Bus Subsidy helps only when mobility is below 50.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Congestion starts at 45. Both Uber Tax and Bus Subsidy reduce it.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Budget delta = Uber tax revenue − bus subsidy cost (activity-scaled).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Happiness rewards mobility and punishes congestion + budget stress.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1920240"/>
            <a:ext cx="5056632" cy="42062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Illustrative math (from code)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56032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mobility = 60 − 0.40·UberTax + busEffect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busEffect = +0.24·BusSubsidy if mobility&lt;50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       = −0.12·BusSubsidy if mobility≥50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congestion = 45 − 0.45·UberTax − 0.15·BusSubsidy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Δbudget = revenue(UberTax) − cost(BusSubsidy)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happiness = f(mobility, congestion, budgetStress)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228600"/>
            <a:ext cx="21031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8096" y="283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City 2: Riverdale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“Not everyone is equal, and seasons make it worse.”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669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What’s new vs City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Population: 200,000 (60% low-income, 40% wealthy)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Three sliders: Uber Tax, Bus Subsidy, Bus AC/Heating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Seasons: temperature discomfort rises in peak summer &amp; winter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Equity score becomes a major part of the final grade (35%)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1920240"/>
            <a:ext cx="505663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0" y="2148840"/>
            <a:ext cx="4507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“squeeze”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66560" y="2560320"/>
            <a:ext cx="450799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Extreme weather pushes riders off uncomfortable buses toward Uber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But Uber is taxed, so low-income riders get pinned from both sides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AC/Heating is the equity correction: keeps buses usable in extremes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Budget now has 1 income stream + 2 cost streams (bus + AC)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228600"/>
            <a:ext cx="21031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8096" y="283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2 mechanics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City 2 mechanics (inequality + seasons)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elasticities, plus temperature penalties and AC mitigation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669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rules (Riverdale)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Poor mobility is much more sensitive to Uber Tax than rich mobility.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Seasonal discomfort reduces bus attractiveness; AC mitigates this nonlinearly.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Equity = 100 − 2×(richMobility − poorMobility).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Final score weights: happiness 40%, equity 35%, budget 25%.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92240" y="1920240"/>
            <a:ext cx="5056632" cy="42062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0" y="2148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Illustrative math (from code)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256032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poorMobility = 55 − 0.50·UberTax + busEffect − tempPenalty + (UberBoost)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richMobility = 70 − 0.12·UberTax + busEffect − (smaller tempPenalty)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tempPenalty shrinks with AC: (1 − (AC/100)^0.7)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equity = 100 − 2·max(0, richMobility − poorMobility)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D1D5D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Δbudget = revenue(UberTax) − cost(bus) − cost(AC·season)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228600"/>
            <a:ext cx="2103120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68096" y="283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38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Updates and next steps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66928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Changes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51206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Changed Uber from subsidies to Tax (might need to update budget because of that)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</a:rPr>
              <a:t>Added an end turn button so that one doesn’t need to wait for the timer to end to move on from a month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2 was coded</a:t>
            </a:r>
            <a:r>
              <a:rPr lang="en-US" sz="1400" dirty="0">
                <a:ea typeface="Aptos" pitchFamily="34" charset="-122"/>
                <a:cs typeface="Aptos" pitchFamily="34" charset="-120"/>
              </a:rPr>
              <a:t> with an extra lever (Temperature controlled buses) and two more aspects to the game, namely, equity and seasonal change.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</a:rPr>
              <a:t>Changed the color palette to something more readable</a:t>
            </a:r>
          </a:p>
          <a:p>
            <a:pPr>
              <a:lnSpc>
                <a:spcPct val="115000"/>
              </a:lnSpc>
            </a:pPr>
            <a:endParaRPr lang="en-US" sz="1400" dirty="0">
              <a:solidFill>
                <a:srgbClr val="374151"/>
              </a:solidFill>
              <a:latin typeface="Aptos" pitchFamily="34" charset="0"/>
            </a:endParaRPr>
          </a:p>
          <a:p>
            <a:pPr>
              <a:lnSpc>
                <a:spcPct val="115000"/>
              </a:lnSpc>
            </a:pPr>
            <a:endParaRPr lang="en-US" sz="1400" dirty="0">
              <a:solidFill>
                <a:srgbClr val="374151"/>
              </a:solidFill>
              <a:latin typeface="Aptos" pitchFamily="34" charset="0"/>
            </a:endParaRP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374151"/>
              </a:solidFill>
              <a:latin typeface="Aptos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92240" y="1920240"/>
            <a:ext cx="505663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66560" y="2148840"/>
            <a:ext cx="4507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Maybe next steps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766560" y="2560320"/>
            <a:ext cx="4507992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City 3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 the mechanics to match the paper.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642</Words>
  <Application>Microsoft Macintosh PowerPoint</Application>
  <PresentationFormat>Widescreen</PresentationFormat>
  <Paragraphs>75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ATLAS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Transport Tycoon</dc:creator>
  <cp:lastModifiedBy>Kayal, Devesh</cp:lastModifiedBy>
  <cp:revision>3</cp:revision>
  <dcterms:created xsi:type="dcterms:W3CDTF">2026-02-25T19:12:06Z</dcterms:created>
  <dcterms:modified xsi:type="dcterms:W3CDTF">2026-02-25T20:31:09Z</dcterms:modified>
</cp:coreProperties>
</file>